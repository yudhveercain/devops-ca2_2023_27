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28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WLMS: Django + React logistics platform with role-based access, wrapped in a full DevOps toolchain. Stats: 4 pipeline stages (Django check, Vite build, Ansible syntax, Docker build/push), 3 K8s manifests, maxUnavailable 0 for rollouts, Prometheus + Grafana + Node Exporter.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application tiers run as Kubernetes workloads. Users reach the React/Nginx frontend through a NodePort; the backend is internal (ClusterIP); PostgreSQL uses a persistent volume claim. Five DevOps tools surround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GitHub Actions workflow. Then show the Kubernetes rolling update: new pod must be ready before an old one is removed, and rollout undo returns to the previous revision.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two challenges were solved in the project; four are known gaps that form the improvement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lessons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DevOps CA-II · Step 5: Reflection &amp; Report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0945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Logistics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8C2"/>
                </a:solidFill>
              </a:rPr>
              <a:t>From commit to monitored Kubernetes deployment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86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CI/CD stages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32004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3886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Kubernetes manifests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2004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886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pods unavailable in a rollout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32004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3291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886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monitoring services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2"/>
                </a:solidFill>
              </a:rPr>
              <a:t>  Symbiosis Institute of Technology, Pune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62FCC5-E20C-B9D0-143D-80E26D9C6BB3}"/>
              </a:ext>
            </a:extLst>
          </p:cNvPr>
          <p:cNvSpPr txBox="1"/>
          <p:nvPr/>
        </p:nvSpPr>
        <p:spPr>
          <a:xfrm>
            <a:off x="7225705" y="14908"/>
            <a:ext cx="23735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9FB8C2"/>
                </a:solidFill>
              </a:rPr>
              <a:t>Team members:</a:t>
            </a:r>
            <a:br>
              <a:rPr lang="en-IN" dirty="0">
                <a:solidFill>
                  <a:srgbClr val="9FB8C2"/>
                </a:solidFill>
              </a:rPr>
            </a:br>
            <a:r>
              <a:rPr lang="en-IN" sz="1200" dirty="0">
                <a:solidFill>
                  <a:srgbClr val="9FB8C2"/>
                </a:solidFill>
              </a:rPr>
              <a:t>Yudhveer - 2307012238</a:t>
            </a:r>
            <a:br>
              <a:rPr lang="en-IN" sz="1200" dirty="0">
                <a:solidFill>
                  <a:srgbClr val="9FB8C2"/>
                </a:solidFill>
              </a:rPr>
            </a:br>
            <a:r>
              <a:rPr lang="en-IN" sz="1200" dirty="0">
                <a:solidFill>
                  <a:srgbClr val="9FB8C2"/>
                </a:solidFill>
              </a:rPr>
              <a:t>Aman Vats - 23070122025</a:t>
            </a:r>
            <a:br>
              <a:rPr lang="en-IN" sz="1200" dirty="0">
                <a:solidFill>
                  <a:srgbClr val="9FB8C2"/>
                </a:solidFill>
              </a:rPr>
            </a:br>
            <a:r>
              <a:rPr lang="en-IN" sz="1200" dirty="0">
                <a:solidFill>
                  <a:srgbClr val="9FB8C2"/>
                </a:solidFill>
              </a:rPr>
              <a:t>Ojas Verma - 23070122153</a:t>
            </a:r>
            <a:br>
              <a:rPr lang="en-IN" sz="1200" dirty="0">
                <a:solidFill>
                  <a:srgbClr val="9FB8C2"/>
                </a:solidFill>
              </a:rPr>
            </a:br>
            <a:r>
              <a:rPr lang="en-IN" sz="1200" dirty="0">
                <a:solidFill>
                  <a:srgbClr val="9FB8C2"/>
                </a:solidFill>
              </a:rPr>
              <a:t>Yug Choubey - 23070122239</a:t>
            </a:r>
            <a:endParaRPr lang="en-IN" dirty="0">
              <a:solidFill>
                <a:srgbClr val="9FB8C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React + Nginx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Vite build served by Nginx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frontend-service · NodePort 30080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2 replicas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847088"/>
            <a:ext cx="4572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83280" y="1097280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Django REST 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57276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Python 3.11 · JWT auth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Admin / Manager / Agent roles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backend-service :8000 · 2 replicas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847088"/>
            <a:ext cx="457200" cy="0"/>
          </a:xfrm>
          <a:prstGeom prst="line">
            <a:avLst/>
          </a:prstGeom>
          <a:noFill/>
          <a:ln w="2857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09360" y="1097280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188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PostgreSQL 15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57276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Users, stock, orders, dispatches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db service · 1 Gi PVC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242E"/>
                </a:solidFill>
              </a:rPr>
              <a:t>1 replica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toolchain around it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3337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8862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Quality gates and Docker Hub push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25980" y="324612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35708" y="3337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Ansible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235708" y="38862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deployuser, Docker, app directory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94760" y="324612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04488" y="3337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Docker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04488" y="38862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Multi-stage builds and Compose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63540" y="324612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3268" y="3337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Kubernetes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73268" y="38862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Rolling update and rollback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2320" y="3246120"/>
            <a:ext cx="1554480" cy="1417320"/>
          </a:xfrm>
          <a:prstGeom prst="roundRect">
            <a:avLst>
              <a:gd name="adj" fmla="val 6452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42048" y="3337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Prometheus + Grafana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42048" y="38862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Node Exporter, 5 s scrape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88720" cy="1600200"/>
          </a:xfrm>
          <a:prstGeom prst="roundRect">
            <a:avLst>
              <a:gd name="adj" fmla="val 76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1887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62763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2E"/>
                </a:solidFill>
              </a:rPr>
              <a:t>Push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9659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6A"/>
                </a:solidFill>
              </a:rPr>
              <a:t>Commit to GitHub triggers the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64208" y="1892808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65376" y="1097280"/>
            <a:ext cx="1188720" cy="1600200"/>
          </a:xfrm>
          <a:prstGeom prst="roundRect">
            <a:avLst>
              <a:gd name="adj" fmla="val 76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76856" y="11887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7685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162763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2E"/>
                </a:solidFill>
              </a:rPr>
              <a:t>Django check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38528" y="19659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6A"/>
                </a:solidFill>
              </a:rPr>
              <a:t>Backend quality gate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72384" y="1892808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73552" y="1097280"/>
            <a:ext cx="1188720" cy="1600200"/>
          </a:xfrm>
          <a:prstGeom prst="roundRect">
            <a:avLst>
              <a:gd name="adj" fmla="val 76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85032" y="11887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85032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162763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2E"/>
                </a:solidFill>
              </a:rPr>
              <a:t>Vite build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46704" y="19659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6A"/>
                </a:solidFill>
              </a:rPr>
              <a:t>Frontend quality gate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1892808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81728" y="1097280"/>
            <a:ext cx="1188720" cy="1600200"/>
          </a:xfrm>
          <a:prstGeom prst="roundRect">
            <a:avLst>
              <a:gd name="adj" fmla="val 76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3208" y="11887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9320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162763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2E"/>
                </a:solidFill>
              </a:rPr>
              <a:t>Ansible lint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19659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6A"/>
                </a:solidFill>
              </a:rPr>
              <a:t>Playbook syntax verified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88736" y="1892808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9904" y="1097280"/>
            <a:ext cx="1188720" cy="1600200"/>
          </a:xfrm>
          <a:prstGeom prst="roundRect">
            <a:avLst>
              <a:gd name="adj" fmla="val 76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01384" y="11887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0138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163056" y="162763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2E"/>
                </a:solidFill>
              </a:rPr>
              <a:t>Docker push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63056" y="19659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6A"/>
                </a:solidFill>
              </a:rPr>
              <a:t>Images built, sent to Docker Hub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96912" y="1892808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0" y="1097280"/>
            <a:ext cx="1188720" cy="1600200"/>
          </a:xfrm>
          <a:prstGeom prst="roundRect">
            <a:avLst>
              <a:gd name="adj" fmla="val 76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09560" y="11887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095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571232" y="1627632"/>
            <a:ext cx="1042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2E"/>
                </a:solidFill>
              </a:rPr>
              <a:t>Deploy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571232" y="19659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F6A"/>
                </a:solidFill>
              </a:rPr>
              <a:t>Compose or K8s, then Grafana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4754880" cy="1691640"/>
          </a:xfrm>
          <a:prstGeom prst="roundRect">
            <a:avLst>
              <a:gd name="adj" fmla="val 5405"/>
            </a:avLst>
          </a:prstGeom>
          <a:solidFill>
            <a:srgbClr val="0B1F2A"/>
          </a:solidFill>
          <a:ln w="12700">
            <a:solidFill>
              <a:srgbClr val="0B1F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Zero-downtime rollout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35204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set image deployment/…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 deployment/…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deployment/…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4315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8C2"/>
                </a:solidFill>
              </a:rPr>
              <a:t>maxSurge 1 · maxUnavailable 0 · readiness probes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94960" y="301752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235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Built-in safeguards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5623560" y="35204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0242E"/>
                </a:solidFill>
              </a:rPr>
              <a:t>Registry credentials in GitHub Secrets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0242E"/>
                </a:solidFill>
              </a:rPr>
              <a:t>IaC checked before deploy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0242E"/>
                </a:solidFill>
              </a:rPr>
              <a:t>One-command rollback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2E"/>
                </a:solidFill>
              </a:rPr>
              <a:t>Database start-up race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F6A"/>
                </a:solidFill>
              </a:rPr>
              <a:t>Fixed with wait_for_db.py before migrate and seed.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2344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2E"/>
                </a:solidFill>
              </a:rPr>
              <a:t>Heavy frontend image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F6A"/>
                </a:solidFill>
              </a:rPr>
              <a:t>Fixed with a multi-stage build: Node builds, Nginx serves.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42E"/>
                </a:solidFill>
              </a:rPr>
              <a:t>To do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2E"/>
                </a:solidFill>
              </a:rPr>
              <a:t>Plain-text demo credentials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202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F6A"/>
                </a:solidFill>
              </a:rPr>
              <a:t>Registry secrets are safe; move DB passwords to K8s Secrets and Vault.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0632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42E"/>
                </a:solidFill>
              </a:rPr>
              <a:t>To 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2E"/>
                </a:solidFill>
              </a:rPr>
              <a:t>Generic images in K8s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F6A"/>
                </a:solidFill>
              </a:rPr>
              <a:t>Rollout demo works; point manifests at Docker Hub images.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0632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63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42E"/>
                </a:solidFill>
              </a:rPr>
              <a:t>To do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2E"/>
                </a:solidFill>
              </a:rPr>
              <a:t>Host-only metrics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F6A"/>
                </a:solidFill>
              </a:rPr>
              <a:t>Add django-prometheus for latency and error rate.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06324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63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42E"/>
                </a:solidFill>
              </a:rPr>
              <a:t>To do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42E"/>
                </a:solidFill>
              </a:rPr>
              <a:t>Placeholder tests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F6A"/>
                </a:solidFill>
              </a:rPr>
              <a:t>CI validates config; add real API tests as a gate.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2A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Automate the gates early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990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2"/>
                </a:solidFill>
              </a:rPr>
              <a:t>Django check, Vite build and Ansible syntax check catch breakage in minutes.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92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2A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470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Infrastructure as code is repeatable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2"/>
                </a:solidFill>
              </a:rPr>
              <a:t>Same packages, deployuser and directories on every run.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42616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2A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96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 downtime is configuration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8986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2"/>
                </a:solidFill>
              </a:rPr>
              <a:t>maxUnavailable 0 plus readiness probes, with rollout undo for recovery.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2A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3467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You fix what you can see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484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2"/>
                </a:solidFill>
              </a:rPr>
              <a:t>Host dashboards now; application metrics are the next layer.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Next: </a:t>
            </a:r>
            <a:r>
              <a:rPr lang="en-US" sz="1400" dirty="0">
                <a:solidFill>
                  <a:srgbClr val="FFFFFF"/>
                </a:solidFill>
              </a:rPr>
              <a:t>secrets hardening · real tests · Docker Hub images in K8s · auto-deploy job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595</Words>
  <Application>Microsoft Office PowerPoint</Application>
  <PresentationFormat>On-screen Show (16:9)</PresentationFormat>
  <Paragraphs>109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WLMS DevOps – Step 5 Reflection</dc:title>
  <dc:subject>PptxGenJS Presentation</dc:subject>
  <dc:creator>Aman Vats</dc:creator>
  <cp:lastModifiedBy>Aman Vats</cp:lastModifiedBy>
  <cp:revision>2</cp:revision>
  <dcterms:created xsi:type="dcterms:W3CDTF">2026-10-05T15:25:35Z</dcterms:created>
  <dcterms:modified xsi:type="dcterms:W3CDTF">2026-10-05T16:02:27Z</dcterms:modified>
</cp:coreProperties>
</file>