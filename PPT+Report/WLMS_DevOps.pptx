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WLMS: Django + React logistics platform with role-based access, wrapped in a full DevOps toolchain. Stats: 4 pipeline stages (Django check, Vite build, Ansible syntax, Docker build/push), 3 K8s manifests, maxUnavailable 0 for rollouts, Prometheus + Grafana + Node Exporter.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application tiers run as Kubernetes workloads. Users reach the React/Nginx frontend through a NodePort; the backend is internal (ClusterIP); PostgreSQL uses a persistent volume claim. Five DevOps tools surround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 through the GitHub Actions workflow. Then show the Kubernetes rolling update: new pod must be ready before an old one is removed, and rollout undo returns to the previous revision.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candid: two challenges were solved in the project; four are known gaps that form the improvement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four lessons and the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DevOps CA-II · Step 5: Reflection &amp; Report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Warehouse Logistics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System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68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8C2"/>
                </a:solidFill>
              </a:rPr>
              <a:t>From commit to monitored Kubernetes deployment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200400"/>
            <a:ext cx="1874520" cy="1188720"/>
          </a:xfrm>
          <a:prstGeom prst="roundRect">
            <a:avLst>
              <a:gd name="adj" fmla="val 7692"/>
            </a:avLst>
          </a:prstGeom>
          <a:solidFill>
            <a:srgbClr val="12303F"/>
          </a:solidFill>
          <a:ln w="12700">
            <a:solidFill>
              <a:srgbClr val="1230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29184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862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CI/CD stages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606040" y="3200400"/>
            <a:ext cx="1874520" cy="1188720"/>
          </a:xfrm>
          <a:prstGeom prst="roundRect">
            <a:avLst>
              <a:gd name="adj" fmla="val 7692"/>
            </a:avLst>
          </a:prstGeom>
          <a:solidFill>
            <a:srgbClr val="12303F"/>
          </a:solidFill>
          <a:ln w="12700">
            <a:solidFill>
              <a:srgbClr val="123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88920" y="329184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2788920" y="38862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Kubernetes manifests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3200400"/>
            <a:ext cx="1874520" cy="1188720"/>
          </a:xfrm>
          <a:prstGeom prst="roundRect">
            <a:avLst>
              <a:gd name="adj" fmla="val 7692"/>
            </a:avLst>
          </a:prstGeom>
          <a:solidFill>
            <a:srgbClr val="12303F"/>
          </a:solidFill>
          <a:ln w="12700">
            <a:solidFill>
              <a:srgbClr val="123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329184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8862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pods unavailable in a rollout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720840" y="3200400"/>
            <a:ext cx="1874520" cy="1188720"/>
          </a:xfrm>
          <a:prstGeom prst="roundRect">
            <a:avLst>
              <a:gd name="adj" fmla="val 7692"/>
            </a:avLst>
          </a:prstGeom>
          <a:solidFill>
            <a:srgbClr val="12303F"/>
          </a:solidFill>
          <a:ln w="12700">
            <a:solidFill>
              <a:srgbClr val="1230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329184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B8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3886200"/>
            <a:ext cx="1508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monitoring services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C2"/>
                </a:solidFill>
              </a:rPr>
              <a:t>Aman Vats · Symbiosis Institute of Technology, Pune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377440" cy="1508760"/>
          </a:xfrm>
          <a:prstGeom prst="roundRect">
            <a:avLst>
              <a:gd name="adj" fmla="val 6061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React + Nginx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7276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0242E"/>
                </a:solidFill>
              </a:rPr>
              <a:t>Vite build served by Nginx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242E"/>
                </a:solidFill>
              </a:rPr>
              <a:t>frontend-service · NodePort 30080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242E"/>
                </a:solidFill>
              </a:rPr>
              <a:t>2 replicas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880360" y="1847088"/>
            <a:ext cx="4572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383280" y="1097280"/>
            <a:ext cx="2377440" cy="1508760"/>
          </a:xfrm>
          <a:prstGeom prst="roundRect">
            <a:avLst>
              <a:gd name="adj" fmla="val 6061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6160" y="1188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Django REST API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157276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0242E"/>
                </a:solidFill>
              </a:rPr>
              <a:t>Python 3.11 · JWT auth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242E"/>
                </a:solidFill>
              </a:rPr>
              <a:t>Admin / Manager / Agent roles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242E"/>
                </a:solidFill>
              </a:rPr>
              <a:t>backend-service :8000 · 2 replicas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847088"/>
            <a:ext cx="457200" cy="0"/>
          </a:xfrm>
          <a:prstGeom prst="line">
            <a:avLst/>
          </a:prstGeom>
          <a:noFill/>
          <a:ln w="28575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09360" y="1097280"/>
            <a:ext cx="2377440" cy="1508760"/>
          </a:xfrm>
          <a:prstGeom prst="roundRect">
            <a:avLst>
              <a:gd name="adj" fmla="val 6061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92240" y="11887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PostgreSQL 15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57276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0242E"/>
                </a:solidFill>
              </a:rPr>
              <a:t>Users, stock, orders, dispatches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242E"/>
                </a:solidFill>
              </a:rPr>
              <a:t>db service · 1 Gi PVC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242E"/>
                </a:solidFill>
              </a:rPr>
              <a:t>1 replica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 toolchain around it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554480" cy="1417320"/>
          </a:xfrm>
          <a:prstGeom prst="roundRect">
            <a:avLst>
              <a:gd name="adj" fmla="val 6452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3337560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GitHub Actions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8862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Quality gates and Docker Hub push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125980" y="3246120"/>
            <a:ext cx="1554480" cy="1417320"/>
          </a:xfrm>
          <a:prstGeom prst="roundRect">
            <a:avLst>
              <a:gd name="adj" fmla="val 6452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35708" y="3337560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Ansible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235708" y="38862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deployuser, Docker, app directory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94760" y="3246120"/>
            <a:ext cx="1554480" cy="1417320"/>
          </a:xfrm>
          <a:prstGeom prst="roundRect">
            <a:avLst>
              <a:gd name="adj" fmla="val 6452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04488" y="3337560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Docker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904488" y="38862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Multi-stage builds and Compose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63540" y="3246120"/>
            <a:ext cx="1554480" cy="1417320"/>
          </a:xfrm>
          <a:prstGeom prst="roundRect">
            <a:avLst>
              <a:gd name="adj" fmla="val 6452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573268" y="3337560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Kubernetes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573268" y="38862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Rolling update and rollback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32320" y="3246120"/>
            <a:ext cx="1554480" cy="1417320"/>
          </a:xfrm>
          <a:prstGeom prst="roundRect">
            <a:avLst>
              <a:gd name="adj" fmla="val 6452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42048" y="3337560"/>
            <a:ext cx="1335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4B8A6"/>
                </a:solidFill>
              </a:rPr>
              <a:t>Prometheus + Grafana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242048" y="3886200"/>
            <a:ext cx="13350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Node Exporter, 5 s scrape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flow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88720" cy="1600200"/>
          </a:xfrm>
          <a:prstGeom prst="roundRect">
            <a:avLst>
              <a:gd name="adj" fmla="val 7692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1887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30352" y="1627632"/>
            <a:ext cx="1042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2E"/>
                </a:solidFill>
              </a:rPr>
              <a:t>Push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30352" y="1965960"/>
            <a:ext cx="1042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Commit to GitHub triggers the workflow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664208" y="1892808"/>
            <a:ext cx="182880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865376" y="1097280"/>
            <a:ext cx="1188720" cy="1600200"/>
          </a:xfrm>
          <a:prstGeom prst="roundRect">
            <a:avLst>
              <a:gd name="adj" fmla="val 7692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76856" y="11887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76856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1627632"/>
            <a:ext cx="1042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2E"/>
                </a:solidFill>
              </a:rPr>
              <a:t>Django check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938528" y="1965960"/>
            <a:ext cx="1042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Backend quality gate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072384" y="1892808"/>
            <a:ext cx="182880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273552" y="1097280"/>
            <a:ext cx="1188720" cy="1600200"/>
          </a:xfrm>
          <a:prstGeom prst="roundRect">
            <a:avLst>
              <a:gd name="adj" fmla="val 7692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85032" y="11887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85032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346704" y="1627632"/>
            <a:ext cx="1042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2E"/>
                </a:solidFill>
              </a:rPr>
              <a:t>Vite build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346704" y="1965960"/>
            <a:ext cx="1042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Frontend quality gate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480560" y="1892808"/>
            <a:ext cx="182880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681728" y="1097280"/>
            <a:ext cx="1188720" cy="1600200"/>
          </a:xfrm>
          <a:prstGeom prst="roundRect">
            <a:avLst>
              <a:gd name="adj" fmla="val 7692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093208" y="11887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93208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1627632"/>
            <a:ext cx="1042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2E"/>
                </a:solidFill>
              </a:rPr>
              <a:t>Ansible lint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754880" y="1965960"/>
            <a:ext cx="1042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Playbook syntax verified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888736" y="1892808"/>
            <a:ext cx="182880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089904" y="1097280"/>
            <a:ext cx="1188720" cy="1600200"/>
          </a:xfrm>
          <a:prstGeom prst="roundRect">
            <a:avLst>
              <a:gd name="adj" fmla="val 7692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501384" y="11887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01384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163056" y="1627632"/>
            <a:ext cx="1042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2E"/>
                </a:solidFill>
              </a:rPr>
              <a:t>Docker push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163056" y="1965960"/>
            <a:ext cx="1042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Images built, sent to Docker Hub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296912" y="1892808"/>
            <a:ext cx="182880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498080" y="1097280"/>
            <a:ext cx="1188720" cy="1600200"/>
          </a:xfrm>
          <a:prstGeom prst="roundRect">
            <a:avLst>
              <a:gd name="adj" fmla="val 7692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909560" y="1188720"/>
            <a:ext cx="365760" cy="3657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90956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571232" y="1627632"/>
            <a:ext cx="1042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2E"/>
                </a:solidFill>
              </a:rPr>
              <a:t>Deploy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571232" y="1965960"/>
            <a:ext cx="10424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Compose or K8s, then Grafana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3017520"/>
            <a:ext cx="4754880" cy="1691640"/>
          </a:xfrm>
          <a:prstGeom prst="roundRect">
            <a:avLst>
              <a:gd name="adj" fmla="val 5405"/>
            </a:avLst>
          </a:prstGeom>
          <a:solidFill>
            <a:srgbClr val="0B1F2A"/>
          </a:solidFill>
          <a:ln w="12700">
            <a:solidFill>
              <a:srgbClr val="0B1F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</a:rPr>
              <a:t>Zero-downtime rollout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352044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set image deployment/…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rollout status deployment/…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rollout undo deployment/…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43159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8C2"/>
                </a:solidFill>
              </a:rPr>
              <a:t>maxSurge 1 · maxUnavailable 0 · readiness probes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394960" y="301752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2356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</a:rPr>
              <a:t>Built-in safeguards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5623560" y="35204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0242E"/>
                </a:solidFill>
              </a:rPr>
              <a:t>Registry credentials in GitHub Secrets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0242E"/>
                </a:solidFill>
              </a:rPr>
              <a:t>IaC checked before deploy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0242E"/>
                </a:solidFill>
              </a:rPr>
              <a:t>One-command rollback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3444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344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Fixed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42E"/>
                </a:solidFill>
              </a:rPr>
              <a:t>Database start-up race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Fixed with wait_for_db.py before migrate and seed.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429000" y="123444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2344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Fixed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42E"/>
                </a:solidFill>
              </a:rPr>
              <a:t>Heavy frontend image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Fixed with a multi-stage build: Node builds, Nginx serves.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123444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2344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242E"/>
                </a:solidFill>
              </a:rPr>
              <a:t>To do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42E"/>
                </a:solidFill>
              </a:rPr>
              <a:t>Plain-text demo credentials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19202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Registry secrets are safe; move DB passwords to K8s Secrets and Vault.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306324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0080" y="30632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242E"/>
                </a:solidFill>
              </a:rPr>
              <a:t>To do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3401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42E"/>
                </a:solidFill>
              </a:rPr>
              <a:t>Generic images in K8s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Rollout demo works; point manifests at Docker Hub images.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46120" y="292608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429000" y="306324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29000" y="30632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242E"/>
                </a:solidFill>
              </a:rPr>
              <a:t>To do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429000" y="3401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42E"/>
                </a:solidFill>
              </a:rPr>
              <a:t>Host-only metrics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Add django-prometheus for latency and error rate.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035040" y="292608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E8F5F3"/>
          </a:solidFill>
          <a:ln w="12700">
            <a:solidFill>
              <a:srgbClr val="E8F5F3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3063240"/>
            <a:ext cx="685800" cy="2560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17920" y="3063240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242E"/>
                </a:solidFill>
              </a:rPr>
              <a:t>To do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217920" y="34015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42E"/>
                </a:solidFill>
              </a:rPr>
              <a:t>Placeholder tests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217920" y="37490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F6A"/>
                </a:solidFill>
              </a:rPr>
              <a:t>CI validates config; add real API tests as a gate.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learned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02920" cy="50292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2A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09728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Automate the gates early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399032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C2"/>
                </a:solidFill>
              </a:rPr>
              <a:t>Django check, Vite build and Ansible syntax check catch breakage in minutes.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892808"/>
            <a:ext cx="502920" cy="50292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8928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2A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184708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Infrastructure as code is repeatable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1488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C2"/>
                </a:solidFill>
              </a:rPr>
              <a:t>Same packages, deployuser and directories on every run.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642616"/>
            <a:ext cx="502920" cy="50292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42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2A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59689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Zero downtime is configuration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89864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C2"/>
                </a:solidFill>
              </a:rPr>
              <a:t>maxUnavailable 0 plus readiness probes, with rollout undo for recovery.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392424"/>
            <a:ext cx="502920" cy="502920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1F2A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3467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You fix what you can see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64845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C2"/>
                </a:solidFill>
              </a:rPr>
              <a:t>Host dashboards now; application metrics are the next layer.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8229600" cy="548640"/>
          </a:xfrm>
          <a:prstGeom prst="roundRect">
            <a:avLst>
              <a:gd name="adj" fmla="val 16667"/>
            </a:avLst>
          </a:prstGeom>
          <a:solidFill>
            <a:srgbClr val="12303F"/>
          </a:solidFill>
          <a:ln w="12700">
            <a:solidFill>
              <a:srgbClr val="1230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1605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Next: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secrets hardening · real tests · Docker Hub images in K8s · auto-deploy job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WLMS DevOps – Step 5 Reflection</dc:title>
  <dc:subject>PptxGenJS Presentation</dc:subject>
  <dc:creator>Aman Vats</dc:creator>
  <cp:lastModifiedBy>Aman Vats</cp:lastModifiedBy>
  <cp:revision>1</cp:revision>
  <dcterms:created xsi:type="dcterms:W3CDTF">2026-10-05T15:25:35Z</dcterms:created>
  <dcterms:modified xsi:type="dcterms:W3CDTF">2026-10-05T15:25:35Z</dcterms:modified>
</cp:coreProperties>
</file>